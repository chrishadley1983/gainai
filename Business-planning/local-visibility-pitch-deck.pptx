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Visibility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Service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 by more local customers on Google Search &amp; Maps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Business Name]  |  [your@email.com]  |  [yourwebsite.co.uk]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are searching for you on Google right now. Can they find you?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10312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Google searches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local intent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9202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10312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4747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clicks go to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map pack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210312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62179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shown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top results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Your Google Profile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searches for a local service, Google shows a map pack of three businesses </a:t>
            </a:r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all other results.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businesses that appear aren’t necessarily the best — they’re the ones that actively manage their profile.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ranks local results on three factors: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Relevance 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How well your profile matches the search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6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Distance 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How close you are to the searcher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348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Prominence  </a:t>
            </a:r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How trusted and active your business appears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303520" y="1188720"/>
            <a:ext cx="3383280" cy="3474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5778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 news?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577840" y="20116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competitors aren’t doing this. The bar is low, and consistent effort produces outsized results.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57784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weekly posts get up to 7x more clicks than inactive profiles.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manage your Google Business Profile so you don’t have 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Keyword-optimised content published 3–7 times per week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6459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745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responses to every customer review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Updates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images to keep your profile engaging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2918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04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monthly insights on views, clicks, and calls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74720" y="32918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11880" y="3429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5204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519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Management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answers to common questions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2918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342900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5204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Monitoring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ahead of local competition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82980" y="1691640"/>
            <a:ext cx="0" cy="246888"/>
          </a:xfrm>
          <a:prstGeom prst="line">
            <a:avLst/>
          </a:prstGeom>
          <a:noFill/>
          <a:ln w="254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call to understand your business, customers, and goals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2980" y="2441448"/>
            <a:ext cx="0" cy="246888"/>
          </a:xfrm>
          <a:prstGeom prst="line">
            <a:avLst/>
          </a:prstGeom>
          <a:noFill/>
          <a:ln w="254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produce a full month of posts tailored to your brand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2980" y="3191256"/>
            <a:ext cx="0" cy="246888"/>
          </a:xfrm>
          <a:prstGeom prst="line">
            <a:avLst/>
          </a:prstGeom>
          <a:noFill/>
          <a:ln w="254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everything before it goes live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438144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2980" y="3941064"/>
            <a:ext cx="0" cy="246888"/>
          </a:xfrm>
          <a:prstGeom prst="line">
            <a:avLst/>
          </a:prstGeom>
          <a:noFill/>
          <a:ln w="25400">
            <a:solidFill>
              <a:srgbClr val="D6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Schedule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all posting — you don’t lift a finger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87952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Optimise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443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insights and continuous improvement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1188720"/>
            <a:ext cx="3017520" cy="3474720"/>
          </a:xfrm>
          <a:prstGeom prst="rect">
            <a:avLst/>
          </a:prstGeom>
          <a:solidFill>
            <a:srgbClr val="D6EA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63040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Time Commitment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94360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15 mins</a:t>
            </a:r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 one-time setup call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5 mins/month</a:t>
            </a:r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 to approve content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</a:rPr>
              <a:t>That’s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Packages &amp; Pricing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Month-to-month. No long-term contracts. Cancel anytime.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posts/week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205740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Keyword-optimised posts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images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scheduling &amp; publishing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Profile completeness audit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activity summary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417320"/>
            <a:ext cx="2606040" cy="36576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17320"/>
            <a:ext cx="2606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38328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posts/week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337560"/>
            <a:ext cx="2057400" cy="0"/>
          </a:xfrm>
          <a:prstGeom prst="line">
            <a:avLst/>
          </a:prstGeom>
          <a:noFill/>
          <a:ln w="12700">
            <a:solidFill>
              <a:srgbClr val="2A6A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Offer &amp; event posts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performance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4434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response drafts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4754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Keyword research &amp; tracking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41732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6364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£149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2636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posts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063240"/>
            <a:ext cx="205740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Q&amp;A management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Quarterly strategy call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Photo sourcing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Competitor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Return on Investment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average customer is worth £50, you need just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extra customers per month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cover the cost of this service entirely.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377440" cy="14630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33756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290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Visibility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profile views within 4–8 weeks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3200400"/>
            <a:ext cx="2377440" cy="14630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333756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4290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118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calls, clicks, and direction requests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3200400"/>
            <a:ext cx="2377440" cy="14630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290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Value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50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reviews compound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Month-to-month. We earn your business every month. If we’re not delivering results, you can leave.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Everything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cancel, all content, reviews, and optimisations stay on your profile. Nothing is held hostage.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Expertise, Not Templates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is crafted for your specific business and local market. No cookie-cutter content.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4864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see exactly what’s happening with clear, jargon-free monthly reports.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146304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Profile Audit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 your current Google profile and show you the opportunities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Package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Starter, Growth, or Premium — no pressure, no upselling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2801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146304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to understand your business and goals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2801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146304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to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content ready for review within 5 working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profile audit today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Get You Found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Google Business Profile audit and see exactly where the opportunities are for your business.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971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[your@email.com]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4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phone number]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776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[yourwebsite.co.uk]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Business Name]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Visibility Management Service</dc:title>
  <dc:subject>PptxGenJS Presentation</dc:subject>
  <dc:creator>[Your Business Name]</dc:creator>
  <cp:lastModifiedBy>[Your Business Name]</cp:lastModifiedBy>
  <cp:revision>1</cp:revision>
  <dcterms:created xsi:type="dcterms:W3CDTF">2026-02-15T15:45:09Z</dcterms:created>
  <dcterms:modified xsi:type="dcterms:W3CDTF">2026-02-15T15:45:09Z</dcterms:modified>
</cp:coreProperties>
</file>